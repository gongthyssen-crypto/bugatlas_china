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山家美育村位于门头沟区王平镇东马各庄村，是一个集乡村美育、非遗传承、自然教育于一体的文创村落。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山家美育村涵盖东马山家、西马驿非遗街区、作家村、乡村美育馆等多个片区，自然与人文资源丰富。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同学们看完PPT后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可以</a:t>
            </a:r>
            <a:r>
              <a:rPr lang="en-US" sz="1400" b="0" i="0" u="none" strike="noStrike">
                <a:solidFill>
                  <a:srgbClr val="000000"/>
                </a:solidFill>
              </a:rPr>
              <a:t>在群里发言，提出你认为最合适的选址和创意方案。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4A3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2485" b="124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42319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山家美育村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17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踩点纪实 · 昆虫旅馆选址征集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7188">
            <a:off x="4826016" y="3930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524000" y="4318000"/>
            <a:ext cx="914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42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门头沟区王平镇东马各庄村 · 山家美育村及韭园片区</a:t>
            </a:r>
            <a:endParaRPr lang="en-US" sz="1100"/>
          </a:p>
          <a:p>
            <a:pPr marL="0" indent="0" algn="ctr">
              <a:lnSpc>
                <a:spcPct val="142000"/>
              </a:lnSpc>
            </a:pPr>
            <a:r>
              <a:rPr lang="en-US" sz="15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以下为踩点拍摄的园区场景，欢迎大家集思广益，共同探讨昆虫旅馆的最佳安置位置与创意方案。</a:t>
            </a:r>
            <a:endParaRPr lang="en-US" sz="15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5969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好奇自然 × 想象力山谷项目组 · 2026年9月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3556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园区概览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26443">
            <a:off x="635024" y="9588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6731000" y="12700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山家美育村 · 王平古道印象小镇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731000" y="18796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位于门头沟区王平镇东马各庄村，地处永定河畔、九龙山脚下，是王平古道印象小镇的核心片区。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村落依山傍水，村内保留明清古道、古桥、石刻等历史遗迹，同时聚集了作家村、乡村美育馆、非遗工坊等文创业态。</a:t>
            </a:r>
            <a:endParaRPr lang="en-US" sz="14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731000" y="35560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F4A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主要功能区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731000" y="4013200"/>
            <a:ext cx="4826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三孔桥主入口 · 东马山家民宿集群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作家大院 · 乡村美育馆"只在此山"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西马驿非遗街区 · 古道元气社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自然课堂 · 乐趣儿创意农场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福坨山谷景区 · 刺梅花坨景区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HiPark休闲农场 · 永定河河滩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1176000" y="6350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14</a:t>
            </a:r>
            <a:endParaRPr lang="en-US" sz="1100"/>
          </a:p>
        </p:txBody>
      </p:sp>
      <p:pic>
        <p:nvPicPr>
          <p:cNvPr id="10" name="图片 9" descr="a4c88b506ad15b3df1d79d52dc0833b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145" y="1097915"/>
            <a:ext cx="4393565" cy="55683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3048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397000" y="304800"/>
            <a:ext cx="635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村口入口区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397000" y="7620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78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自此开门见山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22917">
            <a:off x="635021" y="11366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t="647" b="647"/>
          <a:stretch>
            <a:fillRect/>
          </a:stretch>
        </p:blipFill>
        <p:spPr>
          <a:xfrm>
            <a:off x="635000" y="1397000"/>
            <a:ext cx="6350000" cy="4699000"/>
          </a:xfrm>
          <a:prstGeom prst="roundRect">
            <a:avLst>
              <a:gd name="adj" fmla="val 216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493000" y="1397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A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场景介绍</a:t>
            </a:r>
            <a:endParaRPr lang="en-US" sz="2000" b="1" i="0" u="none" strike="noStrike">
              <a:solidFill>
                <a:srgbClr val="2F4A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493000" y="1778000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村口巨石刻有"自此开门见山"，背靠青山，道旗飘扬，是进入山家美育村的第一印象。人流集中，展示效果好。</a:t>
            </a:r>
            <a:endParaRPr lang="en-US" sz="18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493000" y="57150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A0A0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拍摄于2026年9月 · 山家美育村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1176000" y="6350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14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3048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397000" y="304800"/>
            <a:ext cx="635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自然课堂区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397000" y="7620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78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西马·自然课堂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22917">
            <a:off x="635021" y="11366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t="859" b="859"/>
          <a:stretch>
            <a:fillRect/>
          </a:stretch>
        </p:blipFill>
        <p:spPr>
          <a:xfrm>
            <a:off x="635000" y="1397000"/>
            <a:ext cx="6350000" cy="4699000"/>
          </a:xfrm>
          <a:prstGeom prst="roundRect">
            <a:avLst>
              <a:gd name="adj" fmla="val 216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493000" y="1397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A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场景介绍</a:t>
            </a:r>
            <a:endParaRPr lang="en-US" sz="2000" b="1" i="0" u="none" strike="noStrike">
              <a:solidFill>
                <a:srgbClr val="2F4A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493000" y="1778000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锈钢板打造的"自然课堂"标识掩映在绿植中，旁有兔子造型装饰，周边树木繁茂、野草丰美，自然氛围浓厚。</a:t>
            </a:r>
            <a:endParaRPr lang="en-US" sz="18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493000" y="57150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A0A0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拍摄于2026年9月 · 山家美育村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1176000" y="6350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/ 14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3048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05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397000" y="304800"/>
            <a:ext cx="635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溪流河滩区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397000" y="7620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78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永定河支流·河滩湿地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22917">
            <a:off x="635021" y="11366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t="1981" b="1981"/>
          <a:stretch>
            <a:fillRect/>
          </a:stretch>
        </p:blipFill>
        <p:spPr>
          <a:xfrm>
            <a:off x="635000" y="1397000"/>
            <a:ext cx="3175000" cy="2286000"/>
          </a:xfrm>
          <a:prstGeom prst="roundRect">
            <a:avLst>
              <a:gd name="adj" fmla="val 4444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t="1981" b="1981"/>
          <a:stretch>
            <a:fillRect/>
          </a:stretch>
        </p:blipFill>
        <p:spPr>
          <a:xfrm>
            <a:off x="635000" y="3810000"/>
            <a:ext cx="3175000" cy="2286000"/>
          </a:xfrm>
          <a:prstGeom prst="roundRect">
            <a:avLst>
              <a:gd name="adj" fmla="val 444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4191000" y="13970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A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场景介绍</a:t>
            </a:r>
            <a:endParaRPr lang="en-US" sz="2000" b="1" i="0" u="none" strike="noStrike">
              <a:solidFill>
                <a:srgbClr val="2F4A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191000" y="2057400"/>
            <a:ext cx="355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永定河支流穿村而过，河滩卵石遍布、水草丰茂，常有游客亲水嬉戏。水域周边是蜻蜓、石蛾等水生昆虫的重要栖息地。</a:t>
            </a:r>
            <a:endParaRPr lang="en-US" sz="18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191000" y="4127500"/>
            <a:ext cx="3556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滨水环境昆虫多样性高，河滩植被可为昆虫提供食物和栖息。</a:t>
            </a:r>
            <a:r>
              <a:rPr lang="zh-CN" altLang="en-US" sz="18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</a:t>
            </a:r>
            <a:r>
              <a:rPr lang="en-US" sz="18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在河岸绿化带或步道旁设置，兼顾展示与生态。</a:t>
            </a:r>
            <a:endParaRPr lang="en-US" sz="18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1397000"/>
            <a:ext cx="3429000" cy="4699000"/>
          </a:xfrm>
          <a:prstGeom prst="roundRect">
            <a:avLst>
              <a:gd name="adj" fmla="val 0"/>
            </a:avLst>
          </a:prstGeom>
          <a:solidFill>
            <a:srgbClr val="2F4A3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318500" y="1587500"/>
            <a:ext cx="3048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6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选址小贴士</a:t>
            </a:r>
            <a:endParaRPr lang="en-US"/>
          </a:p>
          <a:p>
            <a:pPr marL="0" indent="0" algn="l">
              <a:lnSpc>
                <a:spcPct val="158000"/>
              </a:lnSpc>
            </a:pPr>
            <a:r>
              <a:rPr 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优先选择遮阴、避雨、通风的位置</a:t>
            </a:r>
            <a:endParaRPr lang="en-US" sz="16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靠近花丛、草丛或水源，昆虫食物充足</a:t>
            </a:r>
            <a:endParaRPr lang="en-US" sz="16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高度建议距地面50-150cm，便于观察</a:t>
            </a:r>
            <a:endParaRPr lang="en-US" sz="16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避免正对游乐设施主通道，减少干扰</a:t>
            </a:r>
            <a:endParaRPr lang="en-US" sz="16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可结合解说牌，介绍入住昆虫种类</a:t>
            </a:r>
            <a:endParaRPr lang="en-US" sz="16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1176000" y="6350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/ 14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3048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06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397000" y="304800"/>
            <a:ext cx="635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树林植被区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397000" y="7620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78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银杏·枫林·山林步道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22917">
            <a:off x="635021" y="11366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rcRect t="23010" b="23010"/>
          <a:stretch>
            <a:fillRect/>
          </a:stretch>
        </p:blipFill>
        <p:spPr>
          <a:xfrm>
            <a:off x="751840" y="1524000"/>
            <a:ext cx="6039485" cy="4348480"/>
          </a:xfrm>
          <a:prstGeom prst="roundRect">
            <a:avLst>
              <a:gd name="adj" fmla="val 444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7747000" y="13970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A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场景介绍</a:t>
            </a:r>
            <a:endParaRPr lang="en-US" sz="2000" b="1" i="0" u="none" strike="noStrike">
              <a:solidFill>
                <a:srgbClr val="2F4A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747000" y="1894205"/>
            <a:ext cx="355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村内树木种类丰富，有银杏、枫树、柏树等，山林步道两侧植被茂密、野花点缀。树荫下湿度适宜，是昆虫天然的栖息场所。</a:t>
            </a:r>
            <a:endParaRPr lang="en-US" sz="18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747000" y="3936365"/>
            <a:ext cx="3556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树木繁茂、微气候稳定，昆虫栖息条件好。步道旁人流量适中，既便于观察又不干扰昆虫。</a:t>
            </a:r>
            <a:endParaRPr lang="en-US" sz="18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1176000" y="6350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/ 14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3048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07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397000" y="304800"/>
            <a:ext cx="635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作家村文创区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397000" y="7620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78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作家大院·乡村美育馆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22917">
            <a:off x="635021" y="11366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l="3703" r="3703"/>
          <a:stretch>
            <a:fillRect/>
          </a:stretch>
        </p:blipFill>
        <p:spPr>
          <a:xfrm>
            <a:off x="635000" y="1397000"/>
            <a:ext cx="4666615" cy="3359785"/>
          </a:xfrm>
          <a:prstGeom prst="roundRect">
            <a:avLst>
              <a:gd name="adj" fmla="val 4444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t="1981" b="1981"/>
          <a:stretch>
            <a:fillRect/>
          </a:stretch>
        </p:blipFill>
        <p:spPr>
          <a:xfrm>
            <a:off x="6340475" y="1397000"/>
            <a:ext cx="4737735" cy="3411220"/>
          </a:xfrm>
          <a:prstGeom prst="roundRect">
            <a:avLst>
              <a:gd name="adj" fmla="val 444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635000" y="5071745"/>
            <a:ext cx="1083818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A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场景介绍</a:t>
            </a:r>
            <a:endParaRPr lang="en-US" sz="2000" b="1" i="0" u="none" strike="noStrike">
              <a:solidFill>
                <a:srgbClr val="2F4A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" y="5334000"/>
            <a:ext cx="1066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北京作家村所在地，含作家大院、"只在此山"乡村美育馆等建筑，灰瓦白墙掩映在绿树间，文艺气息浓厚，常有研学团队到访。</a:t>
            </a:r>
            <a:endParaRPr lang="en-US" sz="18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1176000" y="6350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/ 14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3048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08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397000" y="304800"/>
            <a:ext cx="635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民宿庭院区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397000" y="7620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78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青砖灰瓦·民宿院落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22917">
            <a:off x="635021" y="11366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t="1981" b="1981"/>
          <a:stretch>
            <a:fillRect/>
          </a:stretch>
        </p:blipFill>
        <p:spPr>
          <a:xfrm>
            <a:off x="924560" y="1275715"/>
            <a:ext cx="4596765" cy="3310255"/>
          </a:xfrm>
          <a:prstGeom prst="roundRect">
            <a:avLst>
              <a:gd name="adj" fmla="val 4444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t="1981" b="1981"/>
          <a:stretch>
            <a:fillRect/>
          </a:stretch>
        </p:blipFill>
        <p:spPr>
          <a:xfrm>
            <a:off x="6567805" y="1271905"/>
            <a:ext cx="4608195" cy="3317875"/>
          </a:xfrm>
          <a:prstGeom prst="roundRect">
            <a:avLst>
              <a:gd name="adj" fmla="val 444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635000" y="5099050"/>
            <a:ext cx="1079754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A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场景介绍</a:t>
            </a:r>
            <a:endParaRPr lang="en-US" sz="2000" b="1" i="0" u="none" strike="noStrike">
              <a:solidFill>
                <a:srgbClr val="2F4A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" y="5264150"/>
            <a:ext cx="1079754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村内民宿多为传统四合院改造，青砖灰瓦、木门花窗，庭院内绿植盆栽错落有致，环境清幽雅致，是游客住宿休憩的主要区域。</a:t>
            </a:r>
            <a:endParaRPr lang="en-US" sz="18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1176000" y="6350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/ 14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3048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09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397000" y="304800"/>
            <a:ext cx="635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室内文化空间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397000" y="7620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78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二十四节气·非遗工坊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22917">
            <a:off x="635021" y="11366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t="23010" b="23010"/>
          <a:stretch>
            <a:fillRect/>
          </a:stretch>
        </p:blipFill>
        <p:spPr>
          <a:xfrm>
            <a:off x="751205" y="1396365"/>
            <a:ext cx="4331335" cy="3119120"/>
          </a:xfrm>
          <a:prstGeom prst="roundRect">
            <a:avLst>
              <a:gd name="adj" fmla="val 4444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t="23010" b="23010"/>
          <a:stretch>
            <a:fillRect/>
          </a:stretch>
        </p:blipFill>
        <p:spPr>
          <a:xfrm>
            <a:off x="6621145" y="1397000"/>
            <a:ext cx="4331335" cy="3118485"/>
          </a:xfrm>
          <a:prstGeom prst="roundRect">
            <a:avLst>
              <a:gd name="adj" fmla="val 444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935990" y="4918075"/>
            <a:ext cx="1057783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A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场景介绍</a:t>
            </a:r>
            <a:endParaRPr lang="en-US" sz="2000" b="1" i="0" u="none" strike="noStrike">
              <a:solidFill>
                <a:srgbClr val="2F4A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935990" y="5207000"/>
            <a:ext cx="1057783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乡村美育馆内设有二十四节气主题展、剪纸艺术、香道手工等非遗体验空间，文化内涵丰富，是研学活动的核心场所。</a:t>
            </a:r>
            <a:endParaRPr lang="en-US" sz="18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1176000" y="6350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 / 14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3048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10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397000" y="304800"/>
            <a:ext cx="635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游乐休闲区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397000" y="7620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78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轮胎乐园·杨树林营地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22917">
            <a:off x="635021" y="11366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t="1981" b="1981"/>
          <a:stretch>
            <a:fillRect/>
          </a:stretch>
        </p:blipFill>
        <p:spPr>
          <a:xfrm>
            <a:off x="635000" y="1397000"/>
            <a:ext cx="4557395" cy="3281045"/>
          </a:xfrm>
          <a:prstGeom prst="roundRect">
            <a:avLst>
              <a:gd name="adj" fmla="val 4444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t="1981" b="1981"/>
          <a:stretch>
            <a:fillRect/>
          </a:stretch>
        </p:blipFill>
        <p:spPr>
          <a:xfrm>
            <a:off x="6571615" y="1362075"/>
            <a:ext cx="4605020" cy="3315970"/>
          </a:xfrm>
          <a:prstGeom prst="roundRect">
            <a:avLst>
              <a:gd name="adj" fmla="val 444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397000" y="4881880"/>
            <a:ext cx="948309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A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场景介绍</a:t>
            </a:r>
            <a:endParaRPr lang="en-US" sz="2000" b="1" i="0" u="none" strike="noStrike">
              <a:solidFill>
                <a:srgbClr val="2F4A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397000" y="5262880"/>
            <a:ext cx="948309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乐趣儿创意农场内有彩色轮胎游乐设施、杨树林卡丁车赛道、网兜桥等，是亲子游客最集中的区域，林间有小溪穿过。</a:t>
            </a:r>
            <a:endParaRPr lang="en-US" sz="18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1176000" y="6350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 / 14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3048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11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397000" y="304800"/>
            <a:ext cx="635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昆虫栖息迹象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397000" y="7620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78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已有昆虫旅馆·虫茧观察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22917">
            <a:off x="635021" y="11366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t="1981" b="1981"/>
          <a:stretch>
            <a:fillRect/>
          </a:stretch>
        </p:blipFill>
        <p:spPr>
          <a:xfrm>
            <a:off x="1007110" y="1397000"/>
            <a:ext cx="4289425" cy="3088640"/>
          </a:xfrm>
          <a:prstGeom prst="roundRect">
            <a:avLst>
              <a:gd name="adj" fmla="val 4444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t="23010" b="23010"/>
          <a:stretch>
            <a:fillRect/>
          </a:stretch>
        </p:blipFill>
        <p:spPr>
          <a:xfrm>
            <a:off x="6681470" y="1341755"/>
            <a:ext cx="4276090" cy="3079115"/>
          </a:xfrm>
          <a:prstGeom prst="roundRect">
            <a:avLst>
              <a:gd name="adj" fmla="val 444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878840" y="4841240"/>
            <a:ext cx="10692765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A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场景介绍</a:t>
            </a:r>
            <a:endParaRPr lang="en-US" sz="2000" b="1" i="0" u="none" strike="noStrike">
              <a:solidFill>
                <a:srgbClr val="2F4A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78840" y="5102225"/>
            <a:ext cx="10692765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踩点中发现村内已有一面墙安装了圆形树状昆虫旅馆装置，树干上也发现虫茧（疑似螳螂卵鞘），说明本地昆虫资源丰富、生态基础好。</a:t>
            </a:r>
            <a:endParaRPr lang="en-US" sz="18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1176000" y="6350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 / 14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3048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12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397000" y="304800"/>
            <a:ext cx="635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山景田野区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397000" y="7620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78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马场草地·山谷远景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22917">
            <a:off x="635021" y="11366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t="2046" b="2046"/>
          <a:stretch>
            <a:fillRect/>
          </a:stretch>
        </p:blipFill>
        <p:spPr>
          <a:xfrm>
            <a:off x="635000" y="1397000"/>
            <a:ext cx="4232275" cy="3047365"/>
          </a:xfrm>
          <a:prstGeom prst="roundRect">
            <a:avLst>
              <a:gd name="adj" fmla="val 4444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t="1981" b="1981"/>
          <a:stretch>
            <a:fillRect/>
          </a:stretch>
        </p:blipFill>
        <p:spPr>
          <a:xfrm>
            <a:off x="6714490" y="1392555"/>
            <a:ext cx="4128135" cy="2972435"/>
          </a:xfrm>
          <a:prstGeom prst="roundRect">
            <a:avLst>
              <a:gd name="adj" fmla="val 444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867410" y="4799965"/>
            <a:ext cx="1030859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A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场景介绍</a:t>
            </a:r>
            <a:endParaRPr lang="en-US" sz="2000" b="1" i="0" u="none" strike="noStrike">
              <a:solidFill>
                <a:srgbClr val="2F4A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67410" y="5020945"/>
            <a:ext cx="1030859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村外有开阔草地和马场，远处山峦叠嶂、玉米地成片。田野边缘和草地是蝗虫、蝶类、蜂类等多种昆虫的活动区域。</a:t>
            </a:r>
            <a:endParaRPr lang="en-US" sz="18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1176000" y="6350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 / 14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F4A3B">
                <a:alpha val="100000"/>
              </a:srgbClr>
            </a:gs>
            <a:gs pos="100000">
              <a:srgbClr val="2F4A3B">
                <a:alpha val="9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270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邀请大家集思广益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17188">
            <a:off x="4826016" y="2279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524000" y="2667000"/>
            <a:ext cx="914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看完以上场景，你觉得昆虫旅馆放在哪里最合适？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524000" y="34290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8A4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讨论方向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286000" y="3937000"/>
            <a:ext cx="762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哪个场景的自然环境最适合昆虫栖息？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哪个位置人流量大、展示效果好？</a:t>
            </a:r>
            <a:endParaRPr lang="en-US" sz="14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昆虫旅馆可以和哪些现有项目结合？</a:t>
            </a:r>
            <a:endParaRPr lang="en-US" sz="14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有没有更有创意的安置方式或互动设计？</a:t>
            </a:r>
            <a:endParaRPr lang="en-US" sz="14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524000" y="5715000"/>
            <a:ext cx="914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请在群里分享你的想法和建议，我们一起把好奇自然项目做起来！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63500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好奇自然 × 想象力山谷项目组 · 2026年9月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1544</Words>
  <Application>WPS 演示</Application>
  <PresentationFormat/>
  <Paragraphs>177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Arial</vt:lpstr>
      <vt:lpstr>Noto Serif SC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陈思捷</cp:lastModifiedBy>
  <cp:revision>1</cp:revision>
  <dcterms:created xsi:type="dcterms:W3CDTF">2026-09-08T09:31:48Z</dcterms:created>
  <dcterms:modified xsi:type="dcterms:W3CDTF">2026-09-08T09:31:48Z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61DC94E0435840E28D1A317F4FF6F036_13</vt:lpwstr>
  </property>
</Properties>
</file>